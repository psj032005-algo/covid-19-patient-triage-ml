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F3B6F"/>
                </a:solidFill>
                <a:latin typeface="Calibri"/>
              </a:rPr>
              <a:t>CT-based Patient Triage of COVID-19:
Predicting ICU Admission and Death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6B7280"/>
                </a:solidFill>
                <a:latin typeface="Calibri"/>
              </a:rPr>
              <a:t>Problem Statement 12 - adapted to a public lab-data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UE24CS352A Machine Learning - Mini-Project - Group 23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Prajwal S Jyanopanthar (PES1UG24CS594)  |  Prakash N Heroor (PES1UG24CS595)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Problem and source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Zhan &amp; Li, CS229 Spring 2020, Stanford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Goal: at admission, flag COVID-19 patients likely to need ICU, ventilation, or to die - so limited resources go to those at highest risk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Paper: CT radiomics + clinical + lab data; 1662 patients to develop models, 700 unseen patients to validate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Paper's method: SMOTEENN for rare outcomes; LASSO / PCA / FPR feature selection; LR, RF, SVM, MLP, LightGBM; bootstrap comparison of data types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Paper's best: AUROC 0.91 (ICU), 0.92 (ventilation), 0.83 (death) using radiomics + clinical +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Our adaptation: what we could and could not 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The paper's data (Jinling Hospital) is private; the authors' GitHub repository returns 404 - original data cannot be obtained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We kept the methodology and moved to a public dataset: Routine Blood Values (Huyut, Mendeley Data v1)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Kept: ICU admission and death prediction, imbalance handling, feature selection, 5 classifiers, held-out test + bootstrap, data-type comparison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Dropped: CT radiomics, clinical symptoms, ventilation outcome - not present in any public dataset we could find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So our results are a lab-only study and are not directly comparable to the paper's numbers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Huyut, Routine Blood Values Datasets - Mendeley Data v1 (non-commercial / educational)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737360"/>
                <a:gridCol w="1097280"/>
                <a:gridCol w="4937760"/>
              </a:tblGrid>
              <a:tr h="548640">
                <a:tc>
                  <a:txBody>
                    <a:bodyPr/>
                    <a:lstStyle/>
                    <a:p>
                      <a:r>
                        <a:rPr sz="150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Blocks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/>
                        <a:t>ICU admission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279 (14.0%)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biochemical 25, hematological 17, immunological 10, age, sex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/>
                        <a:t>In-hospital death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233 (9.0%)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biochemical 12, hematological 15, immunological 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No patient ID: the three files per task are joined by row position (label order identical across files)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ICU hematology/immunology files miss 1035 labels - labels taken from the biochemical file (they agree wherever both exist)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Data-quality problem we found (and handled)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The most important finding for interpreting any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Missing values were filled with constants. In the death files the constant differs by class: Ferritin = 395 for 92% of deaths; D-dimer = 1277 for 80% - the label leaks. A model on the raw data scores AUROC 1.00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Fix: blank values covering &gt;25% of a class in a column (or whose most common value differs by class); impossible zeros become missing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Even afterwards, a model that sees ONLY which values are missing reaches AUROC 0.87 (ICU) / 0.97 (death)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So we impute with random draws from observed values (no constant for trees to detect) and treat results as likely optimistic</a:t>
            </a:r>
          </a:p>
        </p:txBody>
      </p:sp>
      <p:pic>
        <p:nvPicPr>
          <p:cNvPr id="5" name="Picture 4" descr="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5029200" cy="27080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Approach: pipeline and experiment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737360" cy="1188720"/>
          </a:xfrm>
          <a:prstGeom prst="roundRect">
            <a:avLst/>
          </a:prstGeom>
          <a:solidFill>
            <a:srgbClr val="1F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Clean &amp;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0592" y="1645920"/>
            <a:ext cx="1737360" cy="1188720"/>
          </a:xfrm>
          <a:prstGeom prst="round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Random-draw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impute, clip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1-99%,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645920"/>
            <a:ext cx="1737360" cy="1188720"/>
          </a:xfrm>
          <a:prstGeom prst="round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SMOTEENN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 none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45920"/>
            <a:ext cx="1737360" cy="1188720"/>
          </a:xfrm>
          <a:prstGeom prst="round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LASSO / PCA /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FPR / none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645920"/>
            <a:ext cx="1737360" cy="1188720"/>
          </a:xfrm>
          <a:prstGeom prst="round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LR, RF, SVM,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MLP, LightGBM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645920"/>
            <a:ext cx="1737360" cy="1188720"/>
          </a:xfrm>
          <a:prstGeom prst="roundRect">
            <a:avLst/>
          </a:prstGeom>
          <a:solidFill>
            <a:srgbClr val="1F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 once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Stratified 70/30 split; all 40 combinations per task scored by 5-fold CV on the 70% (resampling and selection refit inside every fold - no leakage)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Best CV AUROC configuration refit on 70% and evaluated once on the 30% held-out test set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Winner re-trained on each data block (biochemical / hematological / immunological / all) and compared with a plain LR baseline: paired bootstrap, 200 resamples, 95% CIs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Threshold from out-of-fold scores (Youden); permutation importance for interpretation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Results on the held-out test 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/>
                        <a:t>Data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ICU AUROC (95% 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ICU AUPRC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Death AUROC (95% 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Death AUPRC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/>
                        <a:t>All lab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0.90 (0.87-0.93)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0.94 (0.91-0.96)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0.71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/>
                        <a:t>Biochemical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0.88 (0.84-0.92)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0.83 (0.79-0.89)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0.46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/>
                        <a:t>Hematological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0.51 (0.45-0.57)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0.83 (0.78-0.87)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0.36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/>
                        <a:t>Immunological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0.55 (0.50-0.61)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0.73 (0.66-0.79)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0.37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/>
                        <a:t>Baseline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0.82 (0.76-0.87)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0.86 (0.79-0.90)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/>
                        <a:t>0.57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891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Best: ICU LightGBM + FPR selection (CV AUROC 0.91); death LightGBM (CV AUROC 0.96); no resampling in either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ICU: sensitivity 0.79, specificity 0.83, precision 0.43   |   Death: 0.80 / 0.90 / 0.44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All blocks together beat every single block; for ICU, biochemistry carries nearly all the signal (hematology, immunology near chance)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ROC and precision-recall curves</a:t>
            </a:r>
          </a:p>
        </p:txBody>
      </p:sp>
      <p:pic>
        <p:nvPicPr>
          <p:cNvPr id="3" name="Picture 2" descr="roc_pr_i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760720" cy="2480310"/>
          </a:xfrm>
          <a:prstGeom prst="rect">
            <a:avLst/>
          </a:prstGeom>
        </p:spPr>
      </p:pic>
      <p:pic>
        <p:nvPicPr>
          <p:cNvPr id="4" name="Picture 3" descr="roc_pr_de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760720" cy="2480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Left: ICU admission. Right: in-hospital death. Dotted gray = baseline logistic regression.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Precision-recall matters more than ROC here: positives are only 14% (ICU) and 9% (death)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Robustness and interpretation</a:t>
            </a:r>
          </a:p>
        </p:txBody>
      </p:sp>
      <p:pic>
        <p:nvPicPr>
          <p:cNvPr id="3" name="Picture 2" descr="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3622040"/>
          </a:xfrm>
          <a:prstGeom prst="rect">
            <a:avLst/>
          </a:prstGeom>
        </p:spPr>
      </p:pic>
      <p:pic>
        <p:nvPicPr>
          <p:cNvPr id="4" name="Picture 3" descr="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852160" cy="2519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377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Bootstrap: all-lab model above each single block and the baseline in nearly all resamples on death; ICU margin over biochemistry alone is smaller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ICU top features: ALT, calcium, age, AST, GGT; death: BASO, eGFR, RDW, troponin, procalcitonin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Differences from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SMOTEENN did not help: best CV AUROC / AUPRC with it is lower than without it on both tasks (the paper used it in nearly all best models)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FPR selection helped ICU (CV AUROC 0.91 vs 0.88 without); LASSO/PCA gave no gain on death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Boosted trees won, as in the paper's ventilation task; the paper's gain from radiomics cannot be tested here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Our 70/30 stratified split replaces the paper's date-based cohorts - no external validation cohort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Can we do better? Tested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Choices made with CV on the training split only; test set used once per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49807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1960">
                <a:tc>
                  <a:txBody>
                    <a:bodyPr/>
                    <a:lstStyle/>
                    <a:p>
                      <a:r>
                        <a:rPr sz="1500" b="1"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ICU CV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Death CV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Death CV AUPRC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500" b="0"/>
                        <a:t>A 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0.793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500" b="0"/>
                        <a:t>B  + 6 clinical ratio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0.803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500" b="0"/>
                        <a:t>C  B + tuned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0.825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500" b="0"/>
                        <a:t>D  C averaged over 5 imputations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0.854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500" b="0"/>
                        <a:t>E  D + RF + ExtraTrees +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0.810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ICU: nothing beats the baseline - kept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Death: variant D wins; test AUPRC 0.71 to 0.78 (better in 100% of bootstraps), AUROC unchanged at 0.94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Accuracy is misleading: always saying 'no' is 86% / 91% accurate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We did not exploit the missing-value pattern (would give ~0.95-0.99 AUROC but reflects dataset artifacts)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Live demo and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Private GitHub repository, shared with faculty and TAs; README with setup and run steps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python src/demo.py --task icu --n 6      scores random held-out patients: risk score, flag, true outcome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python src/demo.py --task death --n 6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•  python src/run.py reproduces everything in about two minutes (fixed seed 42); --quick is a smoke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src/data.py (load, align, clean)   |   src/pipeline.py (models)   |   src/run.py (experiments)   |   src/plots.py, demo.py, build_report.py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3B6F"/>
                </a:solidFill>
                <a:latin typeface="Calibri"/>
              </a:rPr>
              <a:t>Conclusions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Lab-only models separate ICU-bound and fatal cases well on held-out data: AUROC 0.90 (ICU), 0.94 (death); fusing all blocks beat any single block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Absolute numbers are probably optimistic: imputation artifacts, row-position join, no external cohort. Least-affected estimate: hematological-only death model AUROC 0.83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Not clinically deployable as is - the dataset's artifacts would have to be fixed at collection time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•  Future work: radiomics features, nested CV with hyperparameter search, calibration, external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